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E65FBA-8F8F-4E5B-9290-7E1AB2DBDEA3}" v="17" dt="2026-01-20T07:05:15.6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ricek CZ" userId="ab1be9c1cafc5e34" providerId="LiveId" clId="{E3E65FBA-8F8F-4E5B-9290-7E1AB2DBDEA3}"/>
    <pc:docChg chg="undo custSel addSld modSld">
      <pc:chgData name="Jiricek CZ" userId="ab1be9c1cafc5e34" providerId="LiveId" clId="{E3E65FBA-8F8F-4E5B-9290-7E1AB2DBDEA3}" dt="2026-01-20T07:08:43.439" v="166" actId="1076"/>
      <pc:docMkLst>
        <pc:docMk/>
      </pc:docMkLst>
      <pc:sldChg chg="modSp mod">
        <pc:chgData name="Jiricek CZ" userId="ab1be9c1cafc5e34" providerId="LiveId" clId="{E3E65FBA-8F8F-4E5B-9290-7E1AB2DBDEA3}" dt="2026-01-19T14:40:02.825" v="62" actId="20577"/>
        <pc:sldMkLst>
          <pc:docMk/>
          <pc:sldMk cId="3726055015" sldId="257"/>
        </pc:sldMkLst>
        <pc:spChg chg="mod">
          <ac:chgData name="Jiricek CZ" userId="ab1be9c1cafc5e34" providerId="LiveId" clId="{E3E65FBA-8F8F-4E5B-9290-7E1AB2DBDEA3}" dt="2026-01-19T14:40:02.825" v="62" actId="20577"/>
          <ac:spMkLst>
            <pc:docMk/>
            <pc:sldMk cId="3726055015" sldId="257"/>
            <ac:spMk id="7" creationId="{05E6E17A-13F6-C05D-0337-C8F98301EE35}"/>
          </ac:spMkLst>
        </pc:spChg>
      </pc:sldChg>
      <pc:sldChg chg="modSp mod">
        <pc:chgData name="Jiricek CZ" userId="ab1be9c1cafc5e34" providerId="LiveId" clId="{E3E65FBA-8F8F-4E5B-9290-7E1AB2DBDEA3}" dt="2026-01-19T14:40:22.274" v="64" actId="20577"/>
        <pc:sldMkLst>
          <pc:docMk/>
          <pc:sldMk cId="2329132830" sldId="258"/>
        </pc:sldMkLst>
        <pc:spChg chg="mod">
          <ac:chgData name="Jiricek CZ" userId="ab1be9c1cafc5e34" providerId="LiveId" clId="{E3E65FBA-8F8F-4E5B-9290-7E1AB2DBDEA3}" dt="2026-01-19T14:40:22.274" v="64" actId="20577"/>
          <ac:spMkLst>
            <pc:docMk/>
            <pc:sldMk cId="2329132830" sldId="258"/>
            <ac:spMk id="5" creationId="{2D27DD0D-261A-DA69-D7A1-79EB09580EC7}"/>
          </ac:spMkLst>
        </pc:spChg>
      </pc:sldChg>
      <pc:sldChg chg="addSp modSp mod">
        <pc:chgData name="Jiricek CZ" userId="ab1be9c1cafc5e34" providerId="LiveId" clId="{E3E65FBA-8F8F-4E5B-9290-7E1AB2DBDEA3}" dt="2026-01-19T14:47:35.900" v="72" actId="1440"/>
        <pc:sldMkLst>
          <pc:docMk/>
          <pc:sldMk cId="2720091572" sldId="259"/>
        </pc:sldMkLst>
        <pc:spChg chg="mod">
          <ac:chgData name="Jiricek CZ" userId="ab1be9c1cafc5e34" providerId="LiveId" clId="{E3E65FBA-8F8F-4E5B-9290-7E1AB2DBDEA3}" dt="2026-01-19T14:41:56.272" v="67" actId="20577"/>
          <ac:spMkLst>
            <pc:docMk/>
            <pc:sldMk cId="2720091572" sldId="259"/>
            <ac:spMk id="5" creationId="{9489D753-1047-46D8-27D8-B4E3AAE9480B}"/>
          </ac:spMkLst>
        </pc:spChg>
        <pc:picChg chg="add mod">
          <ac:chgData name="Jiricek CZ" userId="ab1be9c1cafc5e34" providerId="LiveId" clId="{E3E65FBA-8F8F-4E5B-9290-7E1AB2DBDEA3}" dt="2026-01-19T14:47:35.900" v="72" actId="1440"/>
          <ac:picMkLst>
            <pc:docMk/>
            <pc:sldMk cId="2720091572" sldId="259"/>
            <ac:picMk id="3" creationId="{85A7CEEC-517D-DF84-94AE-6D8F1C4A9E03}"/>
          </ac:picMkLst>
        </pc:picChg>
        <pc:picChg chg="mod">
          <ac:chgData name="Jiricek CZ" userId="ab1be9c1cafc5e34" providerId="LiveId" clId="{E3E65FBA-8F8F-4E5B-9290-7E1AB2DBDEA3}" dt="2026-01-19T14:09:13.066" v="18" actId="1076"/>
          <ac:picMkLst>
            <pc:docMk/>
            <pc:sldMk cId="2720091572" sldId="259"/>
            <ac:picMk id="4" creationId="{6853BD99-90C6-37AC-AFF0-0C880D101B36}"/>
          </ac:picMkLst>
        </pc:picChg>
      </pc:sldChg>
      <pc:sldChg chg="addSp delSp modSp mod">
        <pc:chgData name="Jiricek CZ" userId="ab1be9c1cafc5e34" providerId="LiveId" clId="{E3E65FBA-8F8F-4E5B-9290-7E1AB2DBDEA3}" dt="2026-01-19T20:23:46.611" v="132" actId="14100"/>
        <pc:sldMkLst>
          <pc:docMk/>
          <pc:sldMk cId="3681106340" sldId="260"/>
        </pc:sldMkLst>
        <pc:spChg chg="mod">
          <ac:chgData name="Jiricek CZ" userId="ab1be9c1cafc5e34" providerId="LiveId" clId="{E3E65FBA-8F8F-4E5B-9290-7E1AB2DBDEA3}" dt="2026-01-19T20:23:25.393" v="124" actId="20577"/>
          <ac:spMkLst>
            <pc:docMk/>
            <pc:sldMk cId="3681106340" sldId="260"/>
            <ac:spMk id="5" creationId="{D32B0FFA-33EF-87AA-3DF1-2167A866A400}"/>
          </ac:spMkLst>
        </pc:spChg>
        <pc:picChg chg="add del mod">
          <ac:chgData name="Jiricek CZ" userId="ab1be9c1cafc5e34" providerId="LiveId" clId="{E3E65FBA-8F8F-4E5B-9290-7E1AB2DBDEA3}" dt="2026-01-19T20:22:36.800" v="85" actId="478"/>
          <ac:picMkLst>
            <pc:docMk/>
            <pc:sldMk cId="3681106340" sldId="260"/>
            <ac:picMk id="3" creationId="{EB7D276B-6288-3522-C476-A1D5CE18ED09}"/>
          </ac:picMkLst>
        </pc:picChg>
        <pc:picChg chg="add mod">
          <ac:chgData name="Jiricek CZ" userId="ab1be9c1cafc5e34" providerId="LiveId" clId="{E3E65FBA-8F8F-4E5B-9290-7E1AB2DBDEA3}" dt="2026-01-19T20:23:46.611" v="132" actId="14100"/>
          <ac:picMkLst>
            <pc:docMk/>
            <pc:sldMk cId="3681106340" sldId="260"/>
            <ac:picMk id="7" creationId="{977443B4-7911-1E3F-F4B8-999FC52133D6}"/>
          </ac:picMkLst>
        </pc:picChg>
      </pc:sldChg>
      <pc:sldChg chg="modSp mod">
        <pc:chgData name="Jiricek CZ" userId="ab1be9c1cafc5e34" providerId="LiveId" clId="{E3E65FBA-8F8F-4E5B-9290-7E1AB2DBDEA3}" dt="2026-01-19T14:48:37.544" v="84" actId="20577"/>
        <pc:sldMkLst>
          <pc:docMk/>
          <pc:sldMk cId="742243068" sldId="261"/>
        </pc:sldMkLst>
        <pc:spChg chg="mod">
          <ac:chgData name="Jiricek CZ" userId="ab1be9c1cafc5e34" providerId="LiveId" clId="{E3E65FBA-8F8F-4E5B-9290-7E1AB2DBDEA3}" dt="2026-01-19T14:48:37.544" v="84" actId="20577"/>
          <ac:spMkLst>
            <pc:docMk/>
            <pc:sldMk cId="742243068" sldId="261"/>
            <ac:spMk id="5" creationId="{DC44A21E-BA44-DD5B-EC68-0F50A5A81BF4}"/>
          </ac:spMkLst>
        </pc:spChg>
      </pc:sldChg>
      <pc:sldChg chg="addSp modSp mod">
        <pc:chgData name="Jiricek CZ" userId="ab1be9c1cafc5e34" providerId="LiveId" clId="{E3E65FBA-8F8F-4E5B-9290-7E1AB2DBDEA3}" dt="2026-01-19T14:47:43.467" v="73" actId="1440"/>
        <pc:sldMkLst>
          <pc:docMk/>
          <pc:sldMk cId="3424737091" sldId="262"/>
        </pc:sldMkLst>
        <pc:spChg chg="mod">
          <ac:chgData name="Jiricek CZ" userId="ab1be9c1cafc5e34" providerId="LiveId" clId="{E3E65FBA-8F8F-4E5B-9290-7E1AB2DBDEA3}" dt="2026-01-17T11:01:13.921" v="6" actId="14100"/>
          <ac:spMkLst>
            <pc:docMk/>
            <pc:sldMk cId="3424737091" sldId="262"/>
            <ac:spMk id="5" creationId="{1BA235F9-A186-BD85-4CA5-F92566F2ABE9}"/>
          </ac:spMkLst>
        </pc:spChg>
        <pc:picChg chg="add mod">
          <ac:chgData name="Jiricek CZ" userId="ab1be9c1cafc5e34" providerId="LiveId" clId="{E3E65FBA-8F8F-4E5B-9290-7E1AB2DBDEA3}" dt="2026-01-19T14:47:43.467" v="73" actId="1440"/>
          <ac:picMkLst>
            <pc:docMk/>
            <pc:sldMk cId="3424737091" sldId="262"/>
            <ac:picMk id="6" creationId="{EA915B75-2C1F-9FB1-52CD-77ECCAD7C329}"/>
          </ac:picMkLst>
        </pc:picChg>
      </pc:sldChg>
      <pc:sldChg chg="addSp delSp modSp mod">
        <pc:chgData name="Jiricek CZ" userId="ab1be9c1cafc5e34" providerId="LiveId" clId="{E3E65FBA-8F8F-4E5B-9290-7E1AB2DBDEA3}" dt="2026-01-19T14:33:50.579" v="34" actId="20577"/>
        <pc:sldMkLst>
          <pc:docMk/>
          <pc:sldMk cId="3026923085" sldId="264"/>
        </pc:sldMkLst>
        <pc:spChg chg="mod">
          <ac:chgData name="Jiricek CZ" userId="ab1be9c1cafc5e34" providerId="LiveId" clId="{E3E65FBA-8F8F-4E5B-9290-7E1AB2DBDEA3}" dt="2026-01-19T14:33:50.579" v="34" actId="20577"/>
          <ac:spMkLst>
            <pc:docMk/>
            <pc:sldMk cId="3026923085" sldId="264"/>
            <ac:spMk id="2" creationId="{B8B7BFFB-402A-E394-87CA-46F966A297D1}"/>
          </ac:spMkLst>
        </pc:spChg>
        <pc:spChg chg="add">
          <ac:chgData name="Jiricek CZ" userId="ab1be9c1cafc5e34" providerId="LiveId" clId="{E3E65FBA-8F8F-4E5B-9290-7E1AB2DBDEA3}" dt="2026-01-19T14:32:55.374" v="21"/>
          <ac:spMkLst>
            <pc:docMk/>
            <pc:sldMk cId="3026923085" sldId="264"/>
            <ac:spMk id="3" creationId="{D870B557-1E6B-CCDF-E8B1-8E13EDE00721}"/>
          </ac:spMkLst>
        </pc:spChg>
        <pc:spChg chg="del mod">
          <ac:chgData name="Jiricek CZ" userId="ab1be9c1cafc5e34" providerId="LiveId" clId="{E3E65FBA-8F8F-4E5B-9290-7E1AB2DBDEA3}" dt="2026-01-19T14:32:58.595" v="23"/>
          <ac:spMkLst>
            <pc:docMk/>
            <pc:sldMk cId="3026923085" sldId="264"/>
            <ac:spMk id="5" creationId="{7C265216-D704-3959-74E9-0BD1399B6C06}"/>
          </ac:spMkLst>
        </pc:spChg>
        <pc:spChg chg="add mod">
          <ac:chgData name="Jiricek CZ" userId="ab1be9c1cafc5e34" providerId="LiveId" clId="{E3E65FBA-8F8F-4E5B-9290-7E1AB2DBDEA3}" dt="2026-01-19T14:33:48.884" v="33" actId="1076"/>
          <ac:spMkLst>
            <pc:docMk/>
            <pc:sldMk cId="3026923085" sldId="264"/>
            <ac:spMk id="6" creationId="{9EE20073-0CBD-08F1-EF78-89477805EE97}"/>
          </ac:spMkLst>
        </pc:spChg>
      </pc:sldChg>
      <pc:sldChg chg="addSp delSp modSp new mod">
        <pc:chgData name="Jiricek CZ" userId="ab1be9c1cafc5e34" providerId="LiveId" clId="{E3E65FBA-8F8F-4E5B-9290-7E1AB2DBDEA3}" dt="2026-01-20T07:08:43.439" v="166" actId="1076"/>
        <pc:sldMkLst>
          <pc:docMk/>
          <pc:sldMk cId="1494294053" sldId="265"/>
        </pc:sldMkLst>
        <pc:spChg chg="mod">
          <ac:chgData name="Jiricek CZ" userId="ab1be9c1cafc5e34" providerId="LiveId" clId="{E3E65FBA-8F8F-4E5B-9290-7E1AB2DBDEA3}" dt="2026-01-20T07:08:43.439" v="166" actId="1076"/>
          <ac:spMkLst>
            <pc:docMk/>
            <pc:sldMk cId="1494294053" sldId="265"/>
            <ac:spMk id="2" creationId="{67A0C3A5-79B9-42BB-E400-D6FFAD650D4F}"/>
          </ac:spMkLst>
        </pc:spChg>
        <pc:spChg chg="del">
          <ac:chgData name="Jiricek CZ" userId="ab1be9c1cafc5e34" providerId="LiveId" clId="{E3E65FBA-8F8F-4E5B-9290-7E1AB2DBDEA3}" dt="2026-01-20T07:06:07.919" v="154" actId="478"/>
          <ac:spMkLst>
            <pc:docMk/>
            <pc:sldMk cId="1494294053" sldId="265"/>
            <ac:spMk id="3" creationId="{C9C8BBA1-92F2-EB8E-D07F-BF379D94699F}"/>
          </ac:spMkLst>
        </pc:spChg>
        <pc:picChg chg="add mod ord">
          <ac:chgData name="Jiricek CZ" userId="ab1be9c1cafc5e34" providerId="LiveId" clId="{E3E65FBA-8F8F-4E5B-9290-7E1AB2DBDEA3}" dt="2026-01-20T07:06:33.746" v="158" actId="1076"/>
          <ac:picMkLst>
            <pc:docMk/>
            <pc:sldMk cId="1494294053" sldId="265"/>
            <ac:picMk id="4" creationId="{FA0FBB04-C5F5-55B0-FE6C-31043D66EDC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116FEDF-63D7-E4A9-26CE-3ECDB31DD5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5E53FF1-BA9D-72EE-D334-43E146C619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E3203C5-C5B8-5A3D-8FFC-FD9ACD8C6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C329C-8D68-4429-8063-5D632D3BC64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EB8CA32-E0C5-1D2A-855F-26BCF97D0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DC0CA5F-5882-BC66-B410-1D540F0F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6307-9FB8-4BD4-88A6-923E59DB8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28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68F8312-AC88-EAE6-D29E-74A4FC733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B74EC74-506E-027F-B18C-9F8E564AE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00EB3A1-D1F5-6D3F-57CD-523D1A5CE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C329C-8D68-4429-8063-5D632D3BC64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F2B1E5A-C1BE-10A6-E44B-6E03AEA86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EC789F5-0AE5-9747-5180-334909C9B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6307-9FB8-4BD4-88A6-923E59DB8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538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8614D6-9F3D-A380-4280-5169917D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8F26E5E-FAF4-C2B1-54B3-80778EC65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20180D7-B292-6DCC-A5C6-1867A3645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C329C-8D68-4429-8063-5D632D3BC64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837E106-9468-750D-3037-784EC9615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AFAD34C-C9B0-244B-6D8B-6780EA03A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6307-9FB8-4BD4-88A6-923E59DB8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546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DBB53-1D1D-F426-D270-AFFB898C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9E38CF9-73AE-C1D9-B816-B834A22E5F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1DE2EAE-88B9-6B0E-CB9C-AB91A7D2C1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47A5D95-6C2B-D563-A37F-BD8E5C74F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C329C-8D68-4429-8063-5D632D3BC64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386CE79-FAC9-7C05-F9BA-3668B4077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28D37E0-F177-F3E1-6E1C-D348FC9F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6307-9FB8-4BD4-88A6-923E59DB8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629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6B28B7D-F1F2-1B2D-68A1-407110574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1104F22-E305-F7DE-2CD8-171A69504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EE04FFC-A683-A4BF-7CFB-B66616EEF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EFB1E6FF-6677-E257-92CF-8E05A7436F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72172A45-5DAF-472A-0FD4-E93708CAFD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723A68CA-F892-0A6D-612E-DDFB553FF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C329C-8D68-4429-8063-5D632D3BC64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80683A88-58D9-90CE-C286-9CDBCD1BB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18B44BC-A9DE-22BE-3AAD-DEE172D64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6307-9FB8-4BD4-88A6-923E59DB8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300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11251F3-DCFC-84CC-9E12-AB97E171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D7A5BE2-8606-1034-7334-FB8F08A1C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C329C-8D68-4429-8063-5D632D3BC64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3486305-5E7F-B3AD-C488-D12C7311A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0726AA7B-4948-DD25-3A6E-A52FE3F84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6307-9FB8-4BD4-88A6-923E59DB8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854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6568D9EF-36B9-2B32-47D4-05A950B0A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C329C-8D68-4429-8063-5D632D3BC64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733E7E3D-5913-2BDF-CA79-17D84A617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3834245-0EDC-F021-9C10-F283037FE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6307-9FB8-4BD4-88A6-923E59DB8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562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3A3FAEB-5BA2-D796-16F8-F76AF69C7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D53B07B-2883-E07C-AF26-539323E80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59F2817-0DEC-5774-D3E6-F7FFB4568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361F18D-852A-5F8A-56E3-F3499782B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C329C-8D68-4429-8063-5D632D3BC64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334DB3-A35F-AB6B-DAA6-40A1E27E3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46ADD5A-2D9B-7C2B-7E31-D0B87849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6307-9FB8-4BD4-88A6-923E59DB8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240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88B453-27F5-4A20-64EC-184BFC329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BEBD3E9E-DA8B-F6A8-51C2-CF921BAF8B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2C7710-10A4-4FF8-A6E3-0F4009DFF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793DD30-043C-43A3-D371-81E39E1A6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C329C-8D68-4429-8063-5D632D3BC64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81BCEA5-1C68-999D-B384-341C2ECE8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CFA58E-BE81-194C-6EE1-49798CEBD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6307-9FB8-4BD4-88A6-923E59DB8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84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70A060-87A5-02C7-DF7B-3D3BC5E64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3120A7F6-7D2D-532C-6A57-73A26B6D95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C5A9EEA-48D2-1793-E075-0C8F6717F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C329C-8D68-4429-8063-5D632D3BC64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C89EABC-E8DD-DCB7-0199-9732563F6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90393C9-413A-D0D1-9334-D078F9EC2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6307-9FB8-4BD4-88A6-923E59DB8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986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45A67986-D1B4-4603-AA64-DB520174FB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6062A85-D1A4-F4A8-4B34-E1F69D792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3536F39-5170-A45D-6259-A328D9D59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C329C-8D68-4429-8063-5D632D3BC64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E048992-FF66-C139-BE12-DDB06B568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CBF33F5-B3ED-3327-3C1F-DBF0FF3D2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6307-9FB8-4BD4-88A6-923E59DB8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89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DABDA150-CB1D-C98B-C817-F23A128B4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2B56DBA-590D-AD98-75CA-72F9C5022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793AEEE-AB41-F437-5228-627D3A6B6B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1C329C-8D68-4429-8063-5D632D3BC64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F748DF6-0D0E-9E15-F894-4DF23BF5F9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D3E6762-69D9-A307-28E5-08CD1BC5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566307-9FB8-4BD4-88A6-923E59DB8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906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 descr="Obsah obrázku kruh, Symetrie, vzor&#10;&#10;Obsah vygenerovaný umělou inteligencí může být nesprávný.">
            <a:extLst>
              <a:ext uri="{FF2B5EF4-FFF2-40B4-BE49-F238E27FC236}">
                <a16:creationId xmlns:a16="http://schemas.microsoft.com/office/drawing/2014/main" id="{C6A8EA83-BE6D-A395-BDD6-6CA50488D6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2689" y="-201612"/>
            <a:ext cx="12637378" cy="8934626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F698577-8B7D-307B-0983-683DCB3541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201612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Aptos ExtraBold" panose="020F0502020204030204" pitchFamily="34" charset="0"/>
              </a:rPr>
              <a:t>Watch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  <a:latin typeface="Aptos ExtraBold" panose="020F0502020204030204" pitchFamily="34" charset="0"/>
              </a:rPr>
              <a:t>Timegrapher</a:t>
            </a:r>
            <a:endParaRPr lang="en-US" b="1" dirty="0">
              <a:solidFill>
                <a:schemeClr val="bg1">
                  <a:lumMod val="95000"/>
                </a:schemeClr>
              </a:solidFill>
              <a:latin typeface="Aptos ExtraBold" panose="020F0502020204030204" pitchFamily="34" charset="0"/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C0DF369-8781-1FD3-9BB7-F42880A479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85988"/>
            <a:ext cx="9144000" cy="1655762"/>
          </a:xfrm>
        </p:spPr>
        <p:txBody>
          <a:bodyPr/>
          <a:lstStyle/>
          <a:p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Diagnostické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zařízení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pro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mechanické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hodinky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Podnadpis 2">
            <a:extLst>
              <a:ext uri="{FF2B5EF4-FFF2-40B4-BE49-F238E27FC236}">
                <a16:creationId xmlns:a16="http://schemas.microsoft.com/office/drawing/2014/main" id="{66C6D2FE-63B9-FB4B-8DA7-B5E3CF2A17BA}"/>
              </a:ext>
            </a:extLst>
          </p:cNvPr>
          <p:cNvSpPr txBox="1">
            <a:spLocks/>
          </p:cNvSpPr>
          <p:nvPr/>
        </p:nvSpPr>
        <p:spPr>
          <a:xfrm>
            <a:off x="352425" y="485298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Autor: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Jiří Podolský, 3ITC</a:t>
            </a:r>
          </a:p>
          <a:p>
            <a:pPr algn="l"/>
            <a:r>
              <a:rPr lang="es-ES" b="1" dirty="0">
                <a:solidFill>
                  <a:schemeClr val="bg1">
                    <a:lumMod val="95000"/>
                  </a:schemeClr>
                </a:solidFill>
              </a:rPr>
              <a:t>Vedoucí práce:</a:t>
            </a:r>
            <a:r>
              <a:rPr lang="es-ES" dirty="0">
                <a:solidFill>
                  <a:schemeClr val="bg1">
                    <a:lumMod val="95000"/>
                  </a:schemeClr>
                </a:solidFill>
              </a:rPr>
              <a:t> Ing. Petr Haberzettl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971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 descr="Obsah obrázku kruh, Symetrie, vzor&#10;&#10;Obsah vygenerovaný umělou inteligencí může být nesprávný.">
            <a:extLst>
              <a:ext uri="{FF2B5EF4-FFF2-40B4-BE49-F238E27FC236}">
                <a16:creationId xmlns:a16="http://schemas.microsoft.com/office/drawing/2014/main" id="{30857E3E-DF07-83F0-8470-BD0133EA9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2689" y="-1430337"/>
            <a:ext cx="12637378" cy="8934626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5C2E692A-B351-27CF-6D7B-4D0A51B19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Motivace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a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Cíle</a:t>
            </a:r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5E6E17A-13F6-C05D-0337-C8F98301EE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8162" y="2187933"/>
            <a:ext cx="11115675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Problém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Profesionální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vibrografy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jsou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drahé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Cíl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Vytvořit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dostupnou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alternativu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pro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domácí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použití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Požadavky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Měření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denní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odchylky</a:t>
            </a:r>
            <a:r>
              <a:rPr lang="en-US" altLang="en-US" sz="1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amplitudy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chyby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kulhání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Vizualizace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signálu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na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PC.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055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CC152-34A4-15BA-3778-C93340757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 descr="Obsah obrázku kruh, Symetrie, vzor&#10;&#10;Obsah vygenerovaný umělou inteligencí může být nesprávný.">
            <a:extLst>
              <a:ext uri="{FF2B5EF4-FFF2-40B4-BE49-F238E27FC236}">
                <a16:creationId xmlns:a16="http://schemas.microsoft.com/office/drawing/2014/main" id="{1B624F72-8B67-70EB-E7B3-5EAE07947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2689" y="-1944687"/>
            <a:ext cx="12637378" cy="8934626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980B5600-9EAD-86D3-83F1-65809165C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Teoretický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princip</a:t>
            </a:r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D27DD0D-261A-DA69-D7A1-79EB09580E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98464"/>
            <a:ext cx="8467639" cy="1585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Snímání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Kontaktní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piezoelektrický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snímač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(Piezo).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Signál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Velmi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slabý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signál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vysokou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impedancí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nutnost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předzesilovače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Inspirace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Projekt Watch-o-scope.</a:t>
            </a:r>
          </a:p>
        </p:txBody>
      </p:sp>
    </p:spTree>
    <p:extLst>
      <p:ext uri="{BB962C8B-B14F-4D97-AF65-F5344CB8AC3E}">
        <p14:creationId xmlns:p14="http://schemas.microsoft.com/office/powerpoint/2010/main" val="2329132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254C8-68AA-3703-6F9E-4F209A3CF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 descr="Obsah obrázku kruh, Symetrie, vzor&#10;&#10;Obsah vygenerovaný umělou inteligencí může být nesprávný.">
            <a:extLst>
              <a:ext uri="{FF2B5EF4-FFF2-40B4-BE49-F238E27FC236}">
                <a16:creationId xmlns:a16="http://schemas.microsoft.com/office/drawing/2014/main" id="{6853BD99-90C6-37AC-AFF0-0C880D101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2689" y="-1811337"/>
            <a:ext cx="12637378" cy="8934626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7D507A6A-9D2B-0020-8B57-73A568D67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Návrh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hardwaru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(Schéma)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489D753-1047-46D8-27D8-B4E3AAE948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413689"/>
            <a:ext cx="4730496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Jádro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Operační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zesilovač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TL074.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Funkce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obvodu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Impedanční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přizpůsobení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Vícestupňové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zesílení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(Gain).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Aktivní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filtrace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(High-pass &amp; Low-pass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filtry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Napájení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9V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baterie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Obrázek 2" descr="Obsah obrázku diagram, text, Plán, řada/pruh&#10;&#10;Obsah vygenerovaný umělou inteligencí může být nesprávný.">
            <a:extLst>
              <a:ext uri="{FF2B5EF4-FFF2-40B4-BE49-F238E27FC236}">
                <a16:creationId xmlns:a16="http://schemas.microsoft.com/office/drawing/2014/main" id="{85A7CEEC-517D-DF84-94AE-6D8F1C4A9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256" y="3196315"/>
            <a:ext cx="6434489" cy="33711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20091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2AA2C-2ABA-5811-BE57-B45DCA4B8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 descr="Obsah obrázku kruh, Symetrie, vzor&#10;&#10;Obsah vygenerovaný umělou inteligencí může být nesprávný.">
            <a:extLst>
              <a:ext uri="{FF2B5EF4-FFF2-40B4-BE49-F238E27FC236}">
                <a16:creationId xmlns:a16="http://schemas.microsoft.com/office/drawing/2014/main" id="{D24890E1-08B2-E1A4-E3AF-470D1447C2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2689" y="-1916112"/>
            <a:ext cx="12637378" cy="8934626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5A831B12-E9FF-04CE-2E55-F8B97CA62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Realizace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a DPS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32B0FFA-33EF-87AA-3DF1-2167A866A4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907777"/>
            <a:ext cx="5809488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Technologie: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THT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montáž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Výroba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Vlastní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návrh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DPS.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Mechanická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část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3D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tištěný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stojánek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7" name="Obrázek 6" descr="Obsah obrázku elektronika, obvod, Elektronické inženýrství, text&#10;&#10;Obsah vygenerovaný umělou inteligencí může být nesprávný.">
            <a:extLst>
              <a:ext uri="{FF2B5EF4-FFF2-40B4-BE49-F238E27FC236}">
                <a16:creationId xmlns:a16="http://schemas.microsoft.com/office/drawing/2014/main" id="{977443B4-7911-1E3F-F4B8-999FC52133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5672" y="2651761"/>
            <a:ext cx="5928454" cy="395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106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7C10D-52F3-8DE6-675C-D379D508C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 descr="Obsah obrázku kruh, Symetrie, vzor&#10;&#10;Obsah vygenerovaný umělou inteligencí může být nesprávný.">
            <a:extLst>
              <a:ext uri="{FF2B5EF4-FFF2-40B4-BE49-F238E27FC236}">
                <a16:creationId xmlns:a16="http://schemas.microsoft.com/office/drawing/2014/main" id="{453E11EB-9DE3-0586-4FF2-E9E4C53F9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2689" y="-1963737"/>
            <a:ext cx="12637378" cy="8934626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9A735E9-0FAF-FA17-678A-8F6FCD06E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Oživování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a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problémy</a:t>
            </a:r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C44A21E-BA44-DD5B-EC68-0F50A5A81B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90852"/>
            <a:ext cx="5420074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Problém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1: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Nestabilita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oscilace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zesilovače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Problém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2: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Rušení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šum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Problém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3: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Mechanický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přenos</a:t>
            </a: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243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7E0B4-670D-1DA2-6154-38339EDB2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 descr="Obsah obrázku kruh, Symetrie, vzor&#10;&#10;Obsah vygenerovaný umělou inteligencí může být nesprávný.">
            <a:extLst>
              <a:ext uri="{FF2B5EF4-FFF2-40B4-BE49-F238E27FC236}">
                <a16:creationId xmlns:a16="http://schemas.microsoft.com/office/drawing/2014/main" id="{09C85A81-3FF7-B55B-6D3A-3F28AABE2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2689" y="-1963737"/>
            <a:ext cx="12637378" cy="8934626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58539E1B-AD91-3802-165B-163BCB1C1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Dosažené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výsledky</a:t>
            </a:r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BA235F9-A186-BD85-4CA5-F92566F2AB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80191"/>
            <a:ext cx="5729885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Výstup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Čistý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signál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stabilní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amplituda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Přesnost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Schopnost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detekovat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Beat Error 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přesností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na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desetiny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ms.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Srovnání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Výsledky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srovnatelné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profesionálním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přístrojem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EA915B75-2C1F-9FB1-52CD-77ECCAD7C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675" y="3073093"/>
            <a:ext cx="5729885" cy="3301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24737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 descr="Obsah obrázku kruh, Symetrie, vzor&#10;&#10;Obsah vygenerovaný umělou inteligencí může být nesprávný.">
            <a:extLst>
              <a:ext uri="{FF2B5EF4-FFF2-40B4-BE49-F238E27FC236}">
                <a16:creationId xmlns:a16="http://schemas.microsoft.com/office/drawing/2014/main" id="{FA0FBB04-C5F5-55B0-FE6C-31043D66E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2689" y="-1963737"/>
            <a:ext cx="12637378" cy="8934626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67A0C3A5-79B9-42BB-E400-D6FFAD650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6406" y="2698905"/>
            <a:ext cx="7219188" cy="1460190"/>
          </a:xfrm>
        </p:spPr>
        <p:txBody>
          <a:bodyPr>
            <a:noAutofit/>
          </a:bodyPr>
          <a:lstStyle/>
          <a:p>
            <a:pPr algn="ctr"/>
            <a:r>
              <a:rPr lang="en-US" sz="6000" b="1" dirty="0" err="1">
                <a:solidFill>
                  <a:schemeClr val="bg1"/>
                </a:solidFill>
              </a:rPr>
              <a:t>Praktická</a:t>
            </a:r>
            <a:r>
              <a:rPr lang="en-US" sz="6000" b="1" dirty="0">
                <a:solidFill>
                  <a:schemeClr val="bg1"/>
                </a:solidFill>
              </a:rPr>
              <a:t> </a:t>
            </a:r>
            <a:r>
              <a:rPr lang="en-US" sz="6000" b="1" dirty="0" err="1">
                <a:solidFill>
                  <a:schemeClr val="bg1"/>
                </a:solidFill>
              </a:rPr>
              <a:t>ukázka</a:t>
            </a:r>
            <a:endParaRPr lang="en-US" sz="6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294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C7CC8-7DD5-6818-5A7A-871E78F1F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 descr="Obsah obrázku kruh, Symetrie, vzor&#10;&#10;Obsah vygenerovaný umělou inteligencí může být nesprávný.">
            <a:extLst>
              <a:ext uri="{FF2B5EF4-FFF2-40B4-BE49-F238E27FC236}">
                <a16:creationId xmlns:a16="http://schemas.microsoft.com/office/drawing/2014/main" id="{A251F00E-435C-FB89-BA08-7193AAAF8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2689" y="-1963737"/>
            <a:ext cx="12637378" cy="8934626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B8B7BFFB-402A-E394-87CA-46F966A29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Plány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do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druhého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pololetí</a:t>
            </a:r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EE20073-0CBD-08F1-EF78-89477805EE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08418"/>
            <a:ext cx="738225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Únor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Načítání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audio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signálu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Březen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Algoritmy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pro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výpočet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odchylky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 beat error.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Duben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Automatická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detekce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frekvence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 UI.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Květen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Finalizace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testování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6923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453A3-D9C4-AE71-654F-C99878042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 descr="Obsah obrázku kruh, Symetrie, vzor&#10;&#10;Obsah vygenerovaný umělou inteligencí může být nesprávný.">
            <a:extLst>
              <a:ext uri="{FF2B5EF4-FFF2-40B4-BE49-F238E27FC236}">
                <a16:creationId xmlns:a16="http://schemas.microsoft.com/office/drawing/2014/main" id="{8ED7A439-70E4-BE03-3F14-0AEB00E121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2689" y="-1963737"/>
            <a:ext cx="12637378" cy="8934626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572C69AD-E2B0-19F6-72C1-6CDA67E48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Závěr</a:t>
            </a:r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5B007E9-F44A-3E60-E1CD-95549826F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832808"/>
            <a:ext cx="10639425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Splnění</a:t>
            </a:r>
            <a:r>
              <a:rPr lang="en-US" altLang="en-US" sz="20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b="1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cílů</a:t>
            </a:r>
            <a:r>
              <a:rPr lang="en-US" altLang="en-US" sz="20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:</a:t>
            </a:r>
            <a:endParaRPr lang="en-US" altLang="en-US" sz="20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Hardware je </a:t>
            </a:r>
            <a:r>
              <a:rPr lang="en-US" altLang="en-US" sz="18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plně</a:t>
            </a:r>
            <a:r>
              <a:rPr lang="en-US" altLang="en-US" sz="1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funkční</a:t>
            </a:r>
            <a:r>
              <a:rPr lang="en-US" altLang="en-US" sz="1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Zařízení</a:t>
            </a:r>
            <a:r>
              <a:rPr lang="en-US" altLang="en-US" sz="1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 je </a:t>
            </a:r>
            <a:r>
              <a:rPr lang="en-US" altLang="en-US" sz="18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násobně</a:t>
            </a:r>
            <a:r>
              <a:rPr lang="en-US" altLang="en-US" sz="1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levnější</a:t>
            </a:r>
            <a:r>
              <a:rPr lang="en-US" altLang="en-US" sz="1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než</a:t>
            </a:r>
            <a:r>
              <a:rPr lang="en-US" altLang="en-US" sz="1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komerční</a:t>
            </a:r>
            <a:r>
              <a:rPr lang="en-US" altLang="en-US" sz="1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řešení</a:t>
            </a:r>
            <a:r>
              <a:rPr lang="en-US" altLang="en-US" sz="1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Umožňuje</a:t>
            </a:r>
            <a:r>
              <a:rPr lang="en-US" altLang="en-US" sz="1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detailní</a:t>
            </a:r>
            <a:r>
              <a:rPr lang="en-US" altLang="en-US" sz="1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analýzu</a:t>
            </a:r>
            <a:r>
              <a:rPr lang="en-US" altLang="en-US" sz="1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na</a:t>
            </a:r>
            <a:r>
              <a:rPr lang="en-US" altLang="en-US" sz="1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 PC.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Přínos</a:t>
            </a:r>
            <a:r>
              <a:rPr lang="en-US" altLang="en-US" sz="20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:</a:t>
            </a: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Pochopení</a:t>
            </a: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problematiky</a:t>
            </a: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analogových</a:t>
            </a: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obvodů</a:t>
            </a: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 a </a:t>
            </a:r>
            <a:r>
              <a:rPr lang="en-US" altLang="en-US" sz="20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zpracování</a:t>
            </a: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signálu</a:t>
            </a: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Děkuji</a:t>
            </a:r>
            <a:r>
              <a:rPr lang="en-US" altLang="en-US" sz="20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 za </a:t>
            </a:r>
            <a:r>
              <a:rPr lang="en-US" altLang="en-US" sz="2000" b="1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pozornost</a:t>
            </a:r>
            <a:r>
              <a:rPr lang="en-US" altLang="en-US" sz="20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.</a:t>
            </a:r>
            <a:endParaRPr lang="en-US" altLang="en-US" sz="20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892008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262</Words>
  <Application>Microsoft Office PowerPoint</Application>
  <PresentationFormat>Širokoúhlá obrazovka</PresentationFormat>
  <Paragraphs>63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Aptos ExtraBold</vt:lpstr>
      <vt:lpstr>Arial</vt:lpstr>
      <vt:lpstr>Motiv Office</vt:lpstr>
      <vt:lpstr>Watch Timegrapher</vt:lpstr>
      <vt:lpstr>Motivace a Cíle</vt:lpstr>
      <vt:lpstr>Teoretický princip</vt:lpstr>
      <vt:lpstr>Návrh hardwaru (Schéma)</vt:lpstr>
      <vt:lpstr>Realizace a DPS</vt:lpstr>
      <vt:lpstr>Oživování a problémy</vt:lpstr>
      <vt:lpstr>Dosažené výsledky</vt:lpstr>
      <vt:lpstr>Praktická ukázka</vt:lpstr>
      <vt:lpstr>Plány do druhého pololetí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Jiricek CZ</dc:creator>
  <cp:lastModifiedBy>Jiricek CZ</cp:lastModifiedBy>
  <cp:revision>1</cp:revision>
  <dcterms:created xsi:type="dcterms:W3CDTF">2026-01-16T09:17:30Z</dcterms:created>
  <dcterms:modified xsi:type="dcterms:W3CDTF">2026-01-20T07:08:54Z</dcterms:modified>
</cp:coreProperties>
</file>